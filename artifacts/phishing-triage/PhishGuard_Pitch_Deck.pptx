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Overloaded Phishing Inbox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triage that labels, explains, ranks risk, and routes low-confidence mail to humans.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2560320" cy="73152"/>
          </a:xfrm>
          <a:prstGeom prst="rect">
            <a:avLst/>
          </a:prstGeom>
          <a:solidFill>
            <a:srgbClr val="A8D95E"/>
          </a:solidFill>
          <a:ln w="12700">
            <a:solidFill>
              <a:srgbClr val="A8D9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206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/ STUDENT HACKATHON 2026  ·  INDIA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email-security team  ·  5,000 staff  ·  Report-phishing mailbox drowning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 </a:t>
            </a:r>
            <a:pPr indent="0" marL="0">
              <a:buNone/>
            </a:pPr>
            <a:r>
              <a:rPr lang="en-US" sz="11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1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report-phishing mailbox is drowning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" y="1554480"/>
            <a:ext cx="3520440" cy="310896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54480"/>
            <a:ext cx="73152" cy="3108960"/>
          </a:xfrm>
          <a:prstGeom prst="rect">
            <a:avLst/>
          </a:prstGeom>
          <a:solidFill>
            <a:srgbClr val="A8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23774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staff reports flood the shared mailbox every week. Analysts cannot keep up.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51960" y="1554480"/>
            <a:ext cx="3520440" cy="310896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554480"/>
            <a:ext cx="73152" cy="3108960"/>
          </a:xfrm>
          <a:prstGeom prst="rect">
            <a:avLst/>
          </a:prstGeom>
          <a:solidFill>
            <a:srgbClr val="A8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Blind Spots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26280" y="23774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misses lookalike domains, failed authentication, and subtle social-engineering cues.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01000" y="1554480"/>
            <a:ext cx="3520440" cy="310896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01000" y="1554480"/>
            <a:ext cx="73152" cy="3108960"/>
          </a:xfrm>
          <a:prstGeom prst="rect">
            <a:avLst/>
          </a:prstGeom>
          <a:solidFill>
            <a:srgbClr val="A8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Ranking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5320" y="23774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 looks the same in the queue. Critical phishing sits next to false alarms.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 </a:t>
            </a:r>
            <a:pPr indent="0" marL="0">
              <a:buNone/>
            </a:pPr>
            <a:r>
              <a:rPr lang="en-US" sz="11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1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PhishGuard in one sentence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 →  Label  →  Explain  →  Rank  →  Human-or-Auto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9476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Paste, .eml, Graph API or Report-Phishing button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9476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+ 16 structural red-flag features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3566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9476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→ phishing / safe + confidence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9476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0-100 • Low-conf → human queue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5212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212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94760" y="5212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for analysts, highest risk first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 </a:t>
            </a:r>
            <a:pPr indent="0" marL="0">
              <a:buNone/>
            </a:pPr>
            <a:r>
              <a:rPr lang="en-US" sz="11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1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verdict is tagged with specific reasons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1417320"/>
            <a:ext cx="5486400" cy="132588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/ Lookalike Sender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vs domain mismatch, brand lookalikes (micros0ft, paypa1)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5486400" cy="132588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Failures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/ DKIM / DMARC fail or missing in headers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5486400" cy="132588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Language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566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now”, “24 hours”, “account suspended” density score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2926080"/>
            <a:ext cx="5486400" cy="132588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Links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3566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TLDs (.xyz, .tk), IP-in-URL, shortened domains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5486400" cy="132588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Harvesting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password, OTP, CVV, bank details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4434840"/>
            <a:ext cx="5486400" cy="132588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5074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“Dear Customer / User” instead of real name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 </a:t>
            </a:r>
            <a:pPr indent="0" marL="0">
              <a:buNone/>
            </a:pPr>
            <a:r>
              <a:rPr lang="en-US" sz="11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1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Reported precision &amp; recall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1463040"/>
            <a:ext cx="3520440" cy="219456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8288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97%+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51960" y="1463040"/>
            <a:ext cx="3520440" cy="219456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51960" y="18288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95%+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251960" y="2834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01000" y="1463040"/>
            <a:ext cx="3520440" cy="219456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01000" y="18288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96%+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001000" y="2834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4023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public phishing corpora (SpamAssassin, Nazario) + Enron legitimate mail + synthetic realistic samples.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threshold routes ambiguous cases to human analysts instead of auto-deciding.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 </a:t>
            </a:r>
            <a:pPr indent="0" marL="0">
              <a:buNone/>
            </a:pPr>
            <a:r>
              <a:rPr lang="en-US" sz="11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1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 low-confidence emails for a human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1554480"/>
            <a:ext cx="11155680" cy="100584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554480"/>
            <a:ext cx="109728" cy="1005840"/>
          </a:xfrm>
          <a:prstGeom prst="rect">
            <a:avLst/>
          </a:prstGeom>
          <a:solidFill>
            <a:srgbClr val="E8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85% phishing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8932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 PHISHING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11155680" cy="100584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43200"/>
            <a:ext cx="109728" cy="1005840"/>
          </a:xfrm>
          <a:prstGeom prst="rect">
            <a:avLst/>
          </a:prstGeom>
          <a:solidFill>
            <a:srgbClr val="A8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80% safe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8932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 SAFE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3931920"/>
            <a:ext cx="11155680" cy="1005840"/>
          </a:xfrm>
          <a:prstGeom prst="rect">
            <a:avLst/>
          </a:prstGeom>
          <a:solidFill>
            <a:srgbClr val="141C19"/>
          </a:solidFill>
          <a:ln w="12700">
            <a:solidFill>
              <a:srgbClr val="2A32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31920"/>
            <a:ext cx="109728" cy="1005840"/>
          </a:xfrm>
          <a:prstGeom prst="rect">
            <a:avLst/>
          </a:prstGeom>
          <a:solidFill>
            <a:srgbClr val="E8A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Anything else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893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 </a:t>
            </a:r>
            <a:pPr indent="0" marL="0">
              <a:buNone/>
            </a:pPr>
            <a:r>
              <a:rPr lang="en-US" sz="11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1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QUEUE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 queue ranked by risk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solidFill>
            <a:srgbClr val="1A24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8700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1920240"/>
            <a:ext cx="11155680" cy="640080"/>
          </a:xfrm>
          <a:prstGeom prst="rect">
            <a:avLst/>
          </a:prstGeom>
          <a:solidFill>
            <a:srgbClr val="141C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RPT-1003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5740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Account suspended in 24h…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582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8700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2606040"/>
            <a:ext cx="11155680" cy="640080"/>
          </a:xfrm>
          <a:prstGeom prst="rect">
            <a:avLst/>
          </a:prstGeom>
          <a:solidFill>
            <a:srgbClr val="121A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RPT-1007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574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#4821 – Payment overdue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28700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3291840"/>
            <a:ext cx="11155680" cy="640080"/>
          </a:xfrm>
          <a:prstGeom prst="rect">
            <a:avLst/>
          </a:prstGeom>
          <a:solidFill>
            <a:srgbClr val="141C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RPT-1001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5740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 – new device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8660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582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8700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" y="3977640"/>
            <a:ext cx="11155680" cy="640080"/>
          </a:xfrm>
          <a:prstGeom prst="rect">
            <a:avLst/>
          </a:prstGeom>
          <a:solidFill>
            <a:srgbClr val="121A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RPT-1005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05740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monthly statement is ready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866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582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28700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2920" y="4663440"/>
            <a:ext cx="11155680" cy="640080"/>
          </a:xfrm>
          <a:prstGeom prst="rect">
            <a:avLst/>
          </a:prstGeom>
          <a:solidFill>
            <a:srgbClr val="141C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800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RPT-1002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0574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reminder – Project sync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86600" y="4800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45820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287000" y="4800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 </a:t>
            </a:r>
            <a:pPr indent="0" marL="0">
              <a:buNone/>
            </a:pPr>
            <a:r>
              <a:rPr lang="en-US" sz="11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1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Enterprise-grade, Microsoft-ready stack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4612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• Outlook Report button • .eml upload • REST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Engine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scikit-learn (RF) • TF-IDF • Rule-based red-flag engine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200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0-100 • Confidence gate • Human queue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4612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SOC dashboard • Ranked queue • Analyst feedback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Path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46120" y="5029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• Cosmos DB • Microsoft Sentinel • Teams alerts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 </a:t>
            </a:r>
            <a:pPr indent="0" marL="0">
              <a:buNone/>
            </a:pPr>
            <a:r>
              <a:rPr lang="en-US" sz="11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1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brief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1828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ships with concrete red flags, not a black-box score.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66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1828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cases never auto-decide — analysts stay in control.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Risk-ranked queue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threat first. Analyst time is spent where it matters.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Microsoft-native path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Graph, Defender, Sentinel, Teams — ready for bank production.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937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and F1 reported on every model release.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4480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866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86600" y="4937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SOC dashboard + trained model + sample queue.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44223" y="18288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8815" y="182880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4223" y="6675120"/>
            <a:ext cx="164592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8815" y="6510528"/>
            <a:ext cx="0" cy="164592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PHISHGUARD </a:t>
            </a:r>
            <a:pPr indent="0" marL="0">
              <a:buNone/>
            </a:pPr>
            <a:r>
              <a:rPr lang="en-US" sz="1100" spc="15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1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&amp; NEXT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40135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prototype ready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2103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any email → see risk score, red flags, confidence, and human-queue decision in real time.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4114800" cy="1371600"/>
          </a:xfrm>
          <a:prstGeom prst="rect">
            <a:avLst/>
          </a:prstGeom>
          <a:solidFill>
            <a:srgbClr val="141C19"/>
          </a:solidFill>
          <a:ln w="19050">
            <a:solidFill>
              <a:srgbClr val="A8D9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US FOR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deep-dive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production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 ·  Protect the inbox. Free the analysts.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 – Overloaded Phishing Inbox</dc:title>
  <dc:subject>Microsoft Hackathon / SIH 2026 Student Edition</dc:subject>
  <dc:creator>Team PhishGuard</dc:creator>
  <cp:lastModifiedBy>Team PhishGuard</cp:lastModifiedBy>
  <cp:revision>1</cp:revision>
  <dcterms:created xsi:type="dcterms:W3CDTF">2026-09-27T12:15:35Z</dcterms:created>
  <dcterms:modified xsi:type="dcterms:W3CDTF">2026-09-27T12:15:35Z</dcterms:modified>
</cp:coreProperties>
</file>